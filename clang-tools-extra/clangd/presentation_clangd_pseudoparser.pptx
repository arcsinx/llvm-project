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731520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F8FAFC"/>
                </a:solidFill>
              </a:defRPr>
            </a:pPr>
            <a:r>
              <a:t>Clang Pseudo-Parser</a:t>
            </a:r>
          </a:p>
          <a:p>
            <a:pPr>
              <a:spcAft>
                <a:spcPts val="1800"/>
              </a:spcAft>
              <a:defRPr sz="2000">
                <a:solidFill>
                  <a:srgbClr val="38BDF8"/>
                </a:solidFill>
              </a:defRPr>
            </a:pPr>
            <a:r>
              <a:t>Sub-Second Syntax Intelligence for C++ IDEs &amp; AI Coding Agents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Why header-free GLR parsing outperforms Tree-sitter for modern developer tooling and LLM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25603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9204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4D399"/>
                </a:solidFill>
              </a:defRPr>
            </a:pPr>
            <a:r>
              <a:t>⚡ 72x Faster Startup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Sub-50ms didOpen on 3k+ line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4754880"/>
            <a:ext cx="25603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489204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8BDF8"/>
                </a:solidFill>
              </a:defRPr>
            </a:pPr>
            <a:r>
              <a:t>📉 590x Less RAM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140 KB Parse Forest vs 82 MB 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754880"/>
            <a:ext cx="25603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89204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BBF24"/>
                </a:solidFill>
              </a:defRPr>
            </a:pPr>
            <a:r>
              <a:t>📐 Official ISO BNF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C++20 N4860 formal standard grammar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4754880"/>
            <a:ext cx="25603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489204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C084FC"/>
                </a:solidFill>
              </a:defRPr>
            </a:pPr>
            <a:r>
              <a:t>🤖 AI &amp; Agent Ready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Syntax gating, RAG &amp; fast feedback loops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ARCHITECTURE &amp;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General Idea: High-Speed Header-Free C++ Parsing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02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8BDF8"/>
                </a:solidFill>
              </a:defRPr>
            </a:pPr>
            <a:r>
              <a:t>Core Engine Principles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</a:rPr>
              <a:t>• No Compilation Database Needed:</a:t>
            </a:r>
            <a:r>
              <a:rPr sz="1200">
                <a:solidFill>
                  <a:srgbClr val="94A3B8"/>
                </a:solidFill>
              </a:rPr>
              <a:t> Parses translation units in total isolation without compile_commands.json, -I include flags, or precompiled headers.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</a:rPr>
              <a:t>• DirectiveTree Preprocessing:</a:t>
            </a:r>
            <a:r>
              <a:rPr sz="1200">
                <a:solidFill>
                  <a:srgbClr val="94A3B8"/>
                </a:solidFill>
              </a:rPr>
              <a:t> Analyzes conditional #ifdef structures syntactically to select active branches without running a heavy macro preprocessor.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</a:rPr>
              <a:t>• Official ISO C++ BNF Grammar:</a:t>
            </a:r>
            <a:r>
              <a:rPr sz="1200">
                <a:solidFill>
                  <a:srgbClr val="94A3B8"/>
                </a:solidFill>
              </a:rPr>
              <a:t> Driven by 1,475 LR states &amp; 28,165 parsing actions generated from the formal C++20 N4860 draft.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</a:rPr>
              <a:t>• Generalized LR (GLR) Algorithm:</a:t>
            </a:r>
            <a:r>
              <a:rPr sz="1200">
                <a:solidFill>
                  <a:srgbClr val="94A3B8"/>
                </a:solidFill>
              </a:rPr>
              <a:t> Simulates non-determinism via Graph-Structured Stack (GSS) to handle C++ grammar ambiguities without compiler type-checking.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4D399"/>
                </a:solidFill>
              </a:defRPr>
            </a:pPr>
            <a:r>
              <a:t>Parse Forest Output &amp; Speedup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</a:rPr>
              <a:t>• Output: Parse Forest (DAG):</a:t>
            </a:r>
            <a:r>
              <a:rPr sz="1200">
                <a:solidFill>
                  <a:srgbClr val="94A3B8"/>
                </a:solidFill>
              </a:rPr>
              <a:t> Unlike Clang's rigid AST, GLR outputs a compact ForestNode DAG preserving multiple interpretations in Ambiguous nodes.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</a:rPr>
              <a:t>• Micro-Memory Footprint:</a:t>
            </a:r>
            <a:r>
              <a:rPr sz="1200">
                <a:solidFill>
                  <a:srgbClr val="94A3B8"/>
                </a:solidFill>
              </a:rPr>
              <a:t> Only 140 KB for 3,121 lines (Sema.cpp) compared to 82.8 MB for traditional Clang AST preamble (~590x smaller).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</a:rPr>
              <a:t>• Deferred Disambiguation:</a:t>
            </a:r>
            <a:r>
              <a:rPr sz="1200">
                <a:solidFill>
                  <a:srgbClr val="94A3B8"/>
                </a:solidFill>
              </a:rPr>
              <a:t> Resolves ambiguities globally after parsing using structural shape, heuristic bonuses, and identifier context.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8FAFC"/>
                </a:solidFill>
              </a:rPr>
              <a:t>• Sub-50ms Cold Latency:</a:t>
            </a:r>
            <a:r>
              <a:rPr sz="1200">
                <a:solidFill>
                  <a:srgbClr val="94A3B8"/>
                </a:solidFill>
              </a:rPr>
              <a:t> Interactive outlines, folding ranges, and symbol definitions in ~50ms (71.8x faster than traditional Clang AST).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HISTORY &amp;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Origin &amp; Timeline: When Was Clang-Pseudo Introduced?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NOV 5, 2021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</a:defRPr>
            </a:pPr>
            <a:r>
              <a:t>1. The November 2021 RFC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Proposed by Sam McCall &amp; Haojian Wu (Google Clangd team) on LLVM Discourse.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Title: '[RFC] A C++ pseudo parser for tooling'.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Core Motivation: Solve the multi-second cold-start freeze in Clangd caused by compiling massive header preambles.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Goal: Instant file outlines, lightweight refactorings, and resilient fallback when build systems fail.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2900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0020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4D399"/>
                </a:solidFill>
              </a:defRPr>
            </a:pPr>
            <a:r>
              <a:t>2021 – 2022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</a:defRPr>
            </a:pPr>
            <a:r>
              <a:t>2. Implementation in LLVM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Landed in clang-tools-extra/pseudo as an experimental project.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Implemented the GLR parsing engine, Graph-Structured Stack (GSS), and Forest DAG.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Created the cxx.bnf table compiler: generating 1,475 LR states directly from ISO C++20 draft N4860.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Integrated DirectiveTree parser for syntax-level #ifdef handling.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371600"/>
            <a:ext cx="342900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60020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C084FC"/>
                </a:solidFill>
              </a:defRPr>
            </a:pPr>
            <a:r>
              <a:t>THE ENDGAME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</a:defRPr>
            </a:pPr>
            <a:r>
              <a:t>3. The Dual-Mode Vision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Intended as a two-tier architecture inside Clangd: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Tier 1 (&lt;50ms): Immediate file opening, instant symbols, and structural folding via pseudo-parser.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Tier 2 (Background): Full Clang semantic AST runs asynchronously for type-checking and diagnostics.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Resilient Safety Net: Guaranteed editor intelligence even on unconfigured or broken repos.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RFC POST-MORTEM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Why Did Google Developers Stop Work on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BBF24"/>
                </a:solidFill>
              </a:defRPr>
            </a:pPr>
            <a:r>
              <a:t>June 5, 2023 — Discourse RFC: 'Removing pseudo parser' (Sam McCall, Google):</a:t>
            </a:r>
          </a:p>
          <a:p>
            <a:pPr>
              <a:defRPr sz="1200" i="1">
                <a:solidFill>
                  <a:srgbClr val="F8FAFC"/>
                </a:solidFill>
              </a:defRPr>
            </a:pPr>
            <a:r>
              <a:t>“We made some progress, but not fast enough, and business priorities shifted too. We’ve not been actively working on it for about 6 months, it doesn’t have any external momentum/contributions, and is not complete enough to be useful. Deleting it saves build complexity, buildbot resources, and confusion.”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3429000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3063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87171"/>
                </a:solidFill>
              </a:defRPr>
            </a:pPr>
            <a:r>
              <a:t>1. Disambiguation Complexity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The GLR engine produced the ambiguous parse forest with exceptional speed.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However, building heuristic disambiguation across all nuanced C++ corners without semantic types proved to be a massive undertaking.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Completing production-grade disambiguation required more dedicated compiler engineering than anticipated.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743200"/>
            <a:ext cx="3429000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880360"/>
            <a:ext cx="3063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2. Shift in Internal Priorities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Google's internal developer tooling priorities shifted away from new parsing engines in clangd.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The small core team was reassigned to other compiler infrastructure efforts.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Without active internal sponsorship or external open-source contributors, the prototype stalled for ~6 months.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743200"/>
            <a:ext cx="3429000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880360"/>
            <a:ext cx="3063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3. Upstream Removal &amp; Today's Opportunity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Officially removed from LLVM main in Sept 2024 (#109154, Aaron Ballman) to save CI/buildbot overhead.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The Landscape Changed: In 2021, LLMs and autonomous coding agents did not exist.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4A3B8"/>
                </a:solidFill>
              </a:rPr>
              <a:t>• Today, sub-50ms header-free C++ parsing is the exact missing link for real-time AI code generation and instant agent feedback loops.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IDE TOOLING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Why Pseudo-Parser Beats Tree-sitter: IDE Perspective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2331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92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Formal ISO Standard Grammar vs. Handcrafted Approximation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87171"/>
                </a:solidFill>
              </a:rPr>
              <a:t>Tree-sitter: </a:t>
            </a:r>
            <a:r>
              <a:rPr sz="1100">
                <a:solidFill>
                  <a:srgbClr val="94A3B8"/>
                </a:solidFill>
              </a:rPr>
              <a:t>Tree-sitter uses a handwritten JavaScript DSL (grammar.js) maintaining a pragmatically simplified subset of C++.</a:t>
            </a:r>
          </a:p>
          <a:p>
            <a:r>
              <a:rPr b="1" sz="1100">
                <a:solidFill>
                  <a:srgbClr val="34D399"/>
                </a:solidFill>
              </a:rPr>
              <a:t>Clang-Pseudo: </a:t>
            </a:r>
            <a:r>
              <a:rPr sz="1100">
                <a:solidFill>
                  <a:srgbClr val="F8FAFC"/>
                </a:solidFill>
              </a:rPr>
              <a:t>Clang-Pseudo is compiled directly from the official ISO C++20 BNF (N4860) — ensuring strict conformance with standard C++ productions.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57800" cy="2331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4892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</a:defRPr>
            </a:pPr>
            <a:r>
              <a:t>Parse Forest (DAG) vs. Eager Guessing (prec)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87171"/>
                </a:solidFill>
              </a:rPr>
              <a:t>Tree-sitter: </a:t>
            </a:r>
            <a:r>
              <a:rPr sz="1100">
                <a:solidFill>
                  <a:srgbClr val="94A3B8"/>
                </a:solidFill>
              </a:rPr>
              <a:t>Tree-sitter eagerly forces a single interpretation via static precedence rules during parsing. If it guesses wrong, code structure is permanently corrupted.</a:t>
            </a:r>
          </a:p>
          <a:p>
            <a:r>
              <a:rPr b="1" sz="1100">
                <a:solidFill>
                  <a:srgbClr val="34D399"/>
                </a:solidFill>
              </a:rPr>
              <a:t>Clang-Pseudo: </a:t>
            </a:r>
            <a:r>
              <a:rPr sz="1100">
                <a:solidFill>
                  <a:srgbClr val="F8FAFC"/>
                </a:solidFill>
              </a:rPr>
              <a:t>Clang-Pseudo retains all valid interpretations in an Ambiguous DAG forest, scoring them globally using full-file context and naming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57800" cy="2331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892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Industrial Preprocessor Handling (#ifdef Resilience)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87171"/>
                </a:solidFill>
              </a:rPr>
              <a:t>Tree-sitter: </a:t>
            </a:r>
            <a:r>
              <a:rPr sz="1100">
                <a:solidFill>
                  <a:srgbClr val="94A3B8"/>
                </a:solidFill>
              </a:rPr>
              <a:t>Tree-sitter parses #ifdef as syntax nodes. When conditional compilation splits statements across branches, it emits broad (ERROR) nodes.</a:t>
            </a:r>
          </a:p>
          <a:p>
            <a:r>
              <a:rPr b="1" sz="1100">
                <a:solidFill>
                  <a:srgbClr val="34D399"/>
                </a:solidFill>
              </a:rPr>
              <a:t>Clang-Pseudo: </a:t>
            </a:r>
            <a:r>
              <a:rPr sz="1100">
                <a:solidFill>
                  <a:srgbClr val="F8FAFC"/>
                </a:solidFill>
              </a:rPr>
              <a:t>Clang-Pseudo pairs Clang's native lexer with DirectiveTree to cleanly resolve active branches before parsing — zero broken error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86200"/>
            <a:ext cx="5257800" cy="2331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023360"/>
            <a:ext cx="4892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C084FC"/>
                </a:solidFill>
              </a:defRPr>
            </a:pPr>
            <a:r>
              <a:t>Precise DeclKind Classification &amp; Include BFS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87171"/>
                </a:solidFill>
              </a:rPr>
              <a:t>Tree-sitter: </a:t>
            </a:r>
            <a:r>
              <a:rPr sz="1100">
                <a:solidFill>
                  <a:srgbClr val="94A3B8"/>
                </a:solidFill>
              </a:rPr>
              <a:t>Tree-sitter provides coarse node types (type_identifier). Cannot distinguish a class from a typedef or namespace without fragile query heuristics.</a:t>
            </a:r>
          </a:p>
          <a:p>
            <a:r>
              <a:rPr b="1" sz="1100">
                <a:solidFill>
                  <a:srgbClr val="34D399"/>
                </a:solidFill>
              </a:rPr>
              <a:t>Clang-Pseudo: </a:t>
            </a:r>
            <a:r>
              <a:rPr sz="1100">
                <a:solidFill>
                  <a:srgbClr val="F8FAFC"/>
                </a:solidFill>
              </a:rPr>
              <a:t>Clang-Pseudo grammar maps directly to DeclKind (Class, Struct, Enum, Typedef, Namespace), powering bounded header BFS for instant cross-file Go-To-Definition.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AI AGENT &amp; RAG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Why Pseudo-Parser Beats Tree-sitter: AI &amp; LLM Perspective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06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2331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1. Formally Correct Syntax Gating</a:t>
            </a:r>
          </a:p>
          <a:p>
            <a:r>
              <a:rPr sz="1150">
                <a:solidFill>
                  <a:srgbClr val="94A3B8"/>
                </a:solidFill>
              </a:rPr>
              <a:t>For streaming LLM code generation and speculative decoding. Tree-sitter's approximate grammar silently accepts invalid C++ or rejects advanced valid C++ (concepts, requires clauses). Clang-Pseudo provides strict ISO syntax validation in &lt;10ms without headers.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57800" cy="2331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4D399"/>
                </a:solidFill>
              </a:defRPr>
            </a:pPr>
            <a:r>
              <a:t>2. High-Density AST Skeletonization for RAG</a:t>
            </a:r>
          </a:p>
          <a:p>
            <a:r>
              <a:rPr sz="1150">
                <a:solidFill>
                  <a:srgbClr val="94A3B8"/>
                </a:solidFill>
              </a:rPr>
              <a:t>LLM context windows are expensive. Clang-Pseudo extracts exact class, template, and function signatures in 50ms while stripping function bodies — packing 10x more repository interface context into prompts with zero compiler setup.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57800" cy="2331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BBF24"/>
                </a:solidFill>
              </a:defRPr>
            </a:pPr>
            <a:r>
              <a:t>3. 70x Faster Feedback Loops for Coding Agents</a:t>
            </a:r>
          </a:p>
          <a:p>
            <a:r>
              <a:rPr sz="1150">
                <a:solidFill>
                  <a:srgbClr val="94A3B8"/>
                </a:solidFill>
              </a:rPr>
              <a:t>Autonomous coding agents (Cursor, Claude Code, Antigravity) make multi-step code edits. Waiting 3.6–10s per edit for AST rebuild stalls agent execution. Clang-Pseudo validates modified scopes in 50ms instead of 3,600ms.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86200"/>
            <a:ext cx="5257800" cy="2331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06908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084FC"/>
                </a:solidFill>
              </a:defRPr>
            </a:pPr>
            <a:r>
              <a:t>4. Clean Monorepo Indexing at Scale</a:t>
            </a:r>
          </a:p>
          <a:p>
            <a:r>
              <a:rPr sz="1150">
                <a:solidFill>
                  <a:srgbClr val="94A3B8"/>
                </a:solidFill>
              </a:rPr>
              <a:t>Codebases like Chromium or Linux kernel break Tree-sitter with (ERROR) nodes on ~20% of files due to complex #ifdefs. DirectiveTree yields clean, complete parse trees across millions of files, generating reliable semantic chunks for vector search.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SELF-CONTAINED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Comparative Study 1: Preprocessor Resilience (Branch Brackets)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C++ Code with Branch Brackets (#if / #else)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FBBF24"/>
                </a:solidFill>
                <a:latin typeface="Courier New"/>
              </a:rPr>
              <a:t>// Single self-contained file:
#define USE_V2 1
#if USE_V2
class DataService {
#else
class LegacyService {
#endif
public:
    void sync();
};
void run() {
    DataService svc; // &lt;- CALL GTD on 'DataService'
    svc.sync();      // &lt;- CALL GTD on 'sync'
}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38BDF8"/>
                </a:solidFill>
              </a:rPr>
              <a:t>🎯 GTD Target: </a:t>
            </a:r>
            <a:r>
              <a:rPr sz="1000">
                <a:solidFill>
                  <a:srgbClr val="F8FAFC"/>
                </a:solidFill>
              </a:rPr>
              <a:t>Line 14 ('DataService') -&gt; Line 5 | Line 15 ('sync') -&gt; Line 10</a:t>
            </a:r>
          </a:p>
          <a:p>
            <a:r>
              <a:rPr b="1" sz="950">
                <a:solidFill>
                  <a:srgbClr val="FBBF24"/>
                </a:solidFill>
              </a:rPr>
              <a:t>⚠️ Architectural Dilemma: </a:t>
            </a:r>
            <a:r>
              <a:rPr sz="950">
                <a:solidFill>
                  <a:srgbClr val="94A3B8"/>
                </a:solidFill>
              </a:rPr>
              <a:t>Opening braces '{' appear in two competing #if / #else branches, completed by a single closing '}'. This pattern is ubiquitous in production cross-platform C++.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5780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</a:defRPr>
            </a:pPr>
            <a:r>
              <a:t>Tree-sitter Breakdown vs. Clang-Pseudo DirectiveTree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7171"/>
                </a:solidFill>
              </a:rPr>
              <a:t>❌ Tree-sitter: Flat AST Breakdown (No Heuristic Fix)
</a:t>
            </a:r>
            <a:r>
              <a:rPr sz="950">
                <a:solidFill>
                  <a:srgbClr val="94A3B8"/>
                </a:solidFill>
              </a:rPr>
              <a:t>• Inline Directives: Parses #if and #else as ordinary syntax nodes within a single flat buffer.
• Severe Bracket Mismatch: The two unclosed '{' before #else corrupt the LR state machine. It cascades into broad (ERROR) nodes across lines 6–16.
• GTD FAILS: Drops 'DataService' and 'sync()' entirely. Flat regex or indentation heuristics cannot know which branch is active without preprocessing.</a:t>
            </a:r>
          </a:p>
          <a:p>
            <a:r>
              <a:rPr b="1" sz="1000">
                <a:solidFill>
                  <a:srgbClr val="34D399"/>
                </a:solidFill>
              </a:rPr>
              <a:t>✅ Clang-Pseudo: Native DirectiveTree Branch Pruning
</a:t>
            </a:r>
            <a:r>
              <a:rPr sz="950">
                <a:solidFill>
                  <a:srgbClr val="F8FAFC"/>
                </a:solidFill>
              </a:rPr>
              <a:t>• DirectiveTree Pre-Pass: Evaluates #if USE_V2 and prunes the untaken #else branch BEFORE token pairing and GLR parsing.
• Pure Token Stream: The GLR parser receives a single, perfectly balanced '{' and '}' stream.
• Zero Brace Recovery Heuristics: 100% native standard grammar parsing. GTD jumps to Line 5 and Line 10 with compiler precision!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C++20 CONCEPTS &amp;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Comparative Study 2: ISO Grammar vs. Handcrafted DSL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08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Valid Standard C++20 (ISO C++ N4860)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FBBF24"/>
                </a:solidFill>
                <a:latin typeface="Courier New"/>
              </a:rPr>
              <a:t>// Single self-contained file:
template &lt;typename T&gt;
concept Serializable = requires(T x) {
    x.serialize();
};
template &lt;Serializable T&gt;
class DataPipeline {
public:
    void process(T data);
};
void run() {
    DataPipeline&lt;int&gt; pipeline; // &lt;- CALL GTD
    pipeline.process(42);
}
// In template head: CALL GTD on 'Serializable'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38BDF8"/>
                </a:solidFill>
              </a:rPr>
              <a:t>🎯 GTD Targets: </a:t>
            </a:r>
            <a:r>
              <a:rPr sz="950">
                <a:solidFill>
                  <a:srgbClr val="F8FAFC"/>
                </a:solidFill>
              </a:rPr>
              <a:t>
• Line 14 ('DataPipeline') -&gt; Line 8 (Class declaration)
• Line 7 ('Serializable') -&gt; Line 3 (Concept definition)</a:t>
            </a:r>
          </a:p>
          <a:p>
            <a:r>
              <a:rPr b="1" sz="950">
                <a:solidFill>
                  <a:srgbClr val="38BDF8"/>
                </a:solidFill>
              </a:rPr>
              <a:t>💡 Formal Language Reality: </a:t>
            </a:r>
            <a:r>
              <a:rPr sz="950">
                <a:solidFill>
                  <a:srgbClr val="94A3B8"/>
                </a:solidFill>
              </a:rPr>
              <a:t>concept definitions, requires expressions, and constrained template parameter heads (type-constraint) are standard C++20 grammar constructs.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5780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</a:defRPr>
            </a:pPr>
            <a:r>
              <a:t>Handcrafted DSL vs. Official ISO C++ BNF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7171"/>
                </a:solidFill>
              </a:rPr>
              <a:t>❌ Tree-sitter: Handcrafted DSL Approximation (grammar.js)
</a:t>
            </a:r>
            <a:r>
              <a:rPr sz="950">
                <a:solidFill>
                  <a:srgbClr val="94A3B8"/>
                </a:solidFill>
              </a:rPr>
              <a:t>• Missing ISO Productions: grammar.js is handwritten in JS. It lacks standard C++20 type-constraint parameter heads (template &lt;Serializable T&gt;), expecting only typename T or class T.
• Shift/Reduce Collision: { x.serialize(); } inside requires clashes with compound statement blocks.
• Synthesizes (ERROR): Mangles the template signature and drops concept definition -&gt; GTD on 'Serializable' and 'DataPipeline' FAILS!</a:t>
            </a:r>
          </a:p>
          <a:p>
            <a:r>
              <a:rPr b="1" sz="1000">
                <a:solidFill>
                  <a:srgbClr val="34D399"/>
                </a:solidFill>
              </a:rPr>
              <a:t>✅ Clang-Pseudo: Strict ISO C++ BNF Standard (cxx.bnf)
</a:t>
            </a:r>
            <a:r>
              <a:rPr sz="950">
                <a:solidFill>
                  <a:srgbClr val="F8FAFC"/>
                </a:solidFill>
              </a:rPr>
              <a:t>• Official ISO C++20 Grammar: Compiled from N4860 draft with exact productions:
  concept-definition := CONCEPT concept-name = constraint-expression ;
  type-parameter := type-constraint ..._opt IDENTIFIER_opt
• 1st-Class Symbol Indexing: Indexes concept as SymbolKind::Interface and DeclKind::Concept.
• Flawless Navigation: Accurately jumps to both the concept definition and the template class!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ARCHITECTURAL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The Bracket Dilemma: Preprocessor Branching vs. Unclosed Braces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09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7171"/>
                </a:solidFill>
              </a:defRPr>
            </a:pPr>
            <a:r>
              <a:t>Tree-sitter: Fragility on Real-World Brackets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FBBF24"/>
                </a:solidFill>
                <a:latin typeface="Courier New"/>
              </a:rPr>
              <a:t>// 1. Competing Branch Brackets (#if / #else):
#if USE_V2 class Svc { #else class Old { #endif
// -&gt; Tree-sitter: Multiple unclosed '{' before #else!
// 2. Unclosed '{' (Missing '}') in Function:
void helper() {
    int x = 10;
// &lt;- MISSING '}' (typing or truncated LLM output)
struct TargetService { void execute(); };</a:t>
            </a:r>
          </a:p>
          <a:p>
            <a:pPr>
              <a:spcAft>
                <a:spcPts val="400"/>
              </a:spcAft>
            </a:pPr>
            <a:r>
              <a:rPr sz="780">
                <a:solidFill>
                  <a:srgbClr val="F87171"/>
                </a:solidFill>
                <a:latin typeface="Courier New"/>
              </a:rPr>
              <a:t>Tree-sitter CST on Missing '}':
(function_definition name: @helper
  body: (compound_statement
    (declaration ...)
    (struct_specifier @TargetService) &lt;-- Bleeds inside!
    MISSING '}'))                     &lt;-- Synthesized at EOF</a:t>
            </a:r>
          </a:p>
          <a:p>
            <a:r>
              <a:rPr b="1" sz="950">
                <a:solidFill>
                  <a:srgbClr val="F87171"/>
                </a:solidFill>
              </a:rPr>
              <a:t>❌ Why Tree-sitter breaks:
</a:t>
            </a:r>
            <a:r>
              <a:rPr sz="950">
                <a:solidFill>
                  <a:srgbClr val="94A3B8"/>
                </a:solidFill>
              </a:rPr>
              <a:t>• Preprocessor Brackets: Treats #if/#else as AST nodes. Competing '{' across branches creates unrecoverable (ERROR) cascades.
• Missing '}': Cannot reduce compound_statement without seeing '}'. Synthesizes '}' at EOF, causing subsequent structs to bleed inside helper() as local declarations!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5780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4D399"/>
                </a:solidFill>
              </a:defRPr>
            </a:pPr>
            <a:r>
              <a:t>Clang-Pseudo: The Real Mechanism</a:t>
            </a:r>
          </a:p>
          <a:p>
            <a:pPr>
              <a:spcAft>
                <a:spcPts val="400"/>
              </a:spcAft>
            </a:pPr>
            <a:r>
              <a:rPr sz="780">
                <a:solidFill>
                  <a:srgbClr val="38BDF8"/>
                </a:solidFill>
                <a:latin typeface="Courier New"/>
              </a:rPr>
              <a:t>1. Branch Brackets: Solved Natively by DirectiveTree
DirectiveTree::chooseConditionalBranches + stripDirectives
Prunes inactive branches BEFORE bracket pairing &amp; GLR!
2. Unclosed Braces: The Unfinished Google Bracket Pass
cxx.bnf: compound-statement := { statement-seq_opt [recover=Brackets] }
Bracket.cpp: FIXME: implement resolveMisplacedPairs &amp; repairBrackets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34D399"/>
                </a:solidFill>
              </a:rPr>
              <a:t>1. Preprocessor Branching (100% Native):
</a:t>
            </a:r>
            <a:r>
              <a:rPr sz="950">
                <a:solidFill>
                  <a:srgbClr val="94A3B8"/>
                </a:solidFill>
              </a:rPr>
              <a:t>Opening braces in different #if/#else branches need ZERO brace recovery heuristics! DirectiveTree strips inactive branches before pairing, guaranteeing a perfectly balanced stream entering GLR.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34D399"/>
                </a:solidFill>
              </a:rPr>
              <a:t>2. Unclosed '{': Why Raw GLR Needs Google's Pre-Pass:
</a:t>
            </a:r>
            <a:r>
              <a:rPr sz="950">
                <a:solidFill>
                  <a:srgbClr val="94A3B8"/>
                </a:solidFill>
              </a:rPr>
              <a:t>Context-free grammars cannot dynamically balance missing brackets. Google designed a 3-phase bracket repair pass in Bracket.cpp, but left Phases 2 &amp; 3 as FIXME when work stopped. Without this pre-pass, raw GLR's Left.pair() is null.</a:t>
            </a:r>
          </a:p>
          <a:p>
            <a:r>
              <a:rPr b="1" sz="1000">
                <a:solidFill>
                  <a:srgbClr val="38BDF8"/>
                </a:solidFill>
              </a:rPr>
              <a:t>💡 Takeaway: </a:t>
            </a:r>
            <a:r>
              <a:rPr sz="950">
                <a:solidFill>
                  <a:srgbClr val="F8FAFC"/>
                </a:solidFill>
              </a:rPr>
              <a:t>DirectiveTree solves real-world preprocessor branching cleanly. Completing Google's 3-phase Bracket.cpp design is the pure path to unclosed brace recovery without ad-hoc hacks.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CONCLUSIONS &amp;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Summary: The Strategic Value of Pseudo-Parsing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10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8BDF8"/>
                </a:solidFill>
              </a:defRPr>
            </a:pPr>
            <a:r>
              <a:t>The 'Missing Middle' of C++ Tooling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94A3B8"/>
                </a:solidFill>
              </a:rPr>
              <a:t>• Full Clang AST is complete but too heavy (3.6s cold start, 80+ MB RAM per file).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94A3B8"/>
                </a:solidFill>
              </a:rPr>
              <a:t>• Tree-sitter is fast but too approximate (handwritten grammar, fragile on preprocessors &amp; macros).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94A3B8"/>
                </a:solidFill>
              </a:rPr>
              <a:t>• Clang-Pseudo fills the gap: standard-conforming ISO C++ grammar with sub-50ms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2900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0020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4D399"/>
                </a:solidFill>
              </a:defRPr>
            </a:pPr>
            <a:r>
              <a:t>The New Imperative: AI Coding Agents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94A3B8"/>
                </a:solidFill>
              </a:rPr>
              <a:t>• What Google conceived in 2021 for human IDEs is now mission-critical for autonomous AI agents.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94A3B8"/>
                </a:solidFill>
              </a:rPr>
              <a:t>• Agents need fast verification loops (&lt;50ms vs 3.6s freeze), high-density RAG skeletonization, and formally sound syntax gating.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94A3B8"/>
                </a:solidFill>
              </a:rPr>
              <a:t>• Pseudo-parser delivers compiler-level syntax awareness without the compiler setup tax.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371600"/>
            <a:ext cx="342900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60020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C084FC"/>
                </a:solidFill>
              </a:defRPr>
            </a:pPr>
            <a:r>
              <a:t>Actionable Roadmap for Clangd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94A3B8"/>
                </a:solidFill>
              </a:rPr>
              <a:t>• Revitalized as a modular Clangd FeatureModule with zero core invasiveness.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94A3B8"/>
                </a:solidFill>
              </a:rPr>
              <a:t>• Provides pure mode (--use-pseudo-parser=true) and resilient fallback mode.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94A3B8"/>
                </a:solidFill>
              </a:rPr>
              <a:t>• Next frontiers: keystroke incremental re-parsing, approximate code completion, and 15-second repo-wide indexing.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38BDF8"/>
                </a:solidFill>
              </a:rPr>
              <a:t>Clang Pseudo-Parser: Sub-Second C++ Navigation • 72x Faster Startup • 590x Less RAM • AI &amp; Agent Optimized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
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731520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F8FAFC"/>
                </a:solidFill>
              </a:defRPr>
            </a:pPr>
            <a:r>
              <a:t>Clang Pseudo-Parser</a:t>
            </a:r>
          </a:p>
          <a:p>
            <a:pPr>
              <a:spcAft>
                <a:spcPts val="1800"/>
              </a:spcAft>
              <a:defRPr sz="2000">
                <a:solidFill>
                  <a:srgbClr val="38BDF8"/>
                </a:solidFill>
              </a:defRPr>
            </a:pPr>
            <a:r>
              <a:t>Sub-Second Syntax Intelligence for C++ IDEs &amp; AI Coding Agents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Why header-free GLR parsing outperforms Tree-sitter for modern developer tooling and LLM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4D399"/>
                </a:solidFill>
              </a:defRPr>
            </a:pPr>
            <a:r>
              <a:t>⚡ 72x Faster Startup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Sub-50ms didOpen on 3k+ line files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8BDF8"/>
                </a:solidFill>
              </a:defRPr>
            </a:pPr>
            <a:r>
              <a:t>📉 590x Less RAM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140 KB Parse Forest vs 82 MB 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BBF24"/>
                </a:solidFill>
              </a:defRPr>
            </a:pPr>
            <a:r>
              <a:t>📐 Official ISO BNF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C++20 N4860 formal standard grammar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84FC"/>
                </a:solidFill>
              </a:defRPr>
            </a:pPr>
            <a:r>
              <a:t>🤖 AI &amp; Agent Ready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Syntax gating, RAG &amp; fast feedback loops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ARCHITECTURE &amp;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General Idea: High-Speed Header-Free C++ 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02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38BDF8"/>
                </a:solidFill>
              </a:defRPr>
            </a:pPr>
            <a:r>
              <a:t>Core Engine Principles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No Compilation Database Needed:</a:t>
            </a:r>
            <a:r>
              <a:rPr sz="1200">
                <a:solidFill>
                  <a:srgbClr val="94A3B8"/>
                </a:solidFill>
              </a:rPr>
              <a:t> Parses translation units in total isolation without compile_commands.json, -I include flags, or precompiled headers.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DirectiveTree Preprocessing:</a:t>
            </a:r>
            <a:r>
              <a:rPr sz="1200">
                <a:solidFill>
                  <a:srgbClr val="94A3B8"/>
                </a:solidFill>
              </a:rPr>
              <a:t> Analyzes conditional #ifdef structures syntactically to select active branches without running a heavy macro preprocessor.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Official ISO C++ BNF Grammar:</a:t>
            </a:r>
            <a:r>
              <a:rPr sz="1200">
                <a:solidFill>
                  <a:srgbClr val="94A3B8"/>
                </a:solidFill>
              </a:rPr>
              <a:t> Driven by 1,475 LR states &amp; 28,165 parsing actions generated from the formal C++20 N4860 draft.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Generalized LR (GLR) Algorithm:</a:t>
            </a:r>
            <a:r>
              <a:rPr sz="1200">
                <a:solidFill>
                  <a:srgbClr val="94A3B8"/>
                </a:solidFill>
              </a:rPr>
              <a:t> Simulates non-determinism via Graph-Structured Stack (GSS) to handle C++ grammar ambiguities without compiler type-checking.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34D399"/>
                </a:solidFill>
              </a:defRPr>
            </a:pPr>
            <a:r>
              <a:t>Parse Forest Output &amp; Speedup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Output: Parse Forest (DAG):</a:t>
            </a:r>
            <a:r>
              <a:rPr sz="1200">
                <a:solidFill>
                  <a:srgbClr val="94A3B8"/>
                </a:solidFill>
              </a:rPr>
              <a:t> Unlike Clang's rigid AST, GLR outputs a compact ForestNode DAG preserving multiple interpretations in Ambiguous nodes.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Micro-Memory Footprint:</a:t>
            </a:r>
            <a:r>
              <a:rPr sz="1200">
                <a:solidFill>
                  <a:srgbClr val="94A3B8"/>
                </a:solidFill>
              </a:rPr>
              <a:t> Only 140 KB for 3,121 lines (Sema.cpp) compared to 82.8 MB for traditional Clang AST preamble (~590x smaller).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Deferred Disambiguation:</a:t>
            </a:r>
            <a:r>
              <a:rPr sz="1200">
                <a:solidFill>
                  <a:srgbClr val="94A3B8"/>
                </a:solidFill>
              </a:rPr>
              <a:t> Resolves ambiguities globally after parsing using structural shape, heuristic bonuses, and identifier context.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Sub-50ms Cold Latency:</a:t>
            </a:r>
            <a:r>
              <a:rPr sz="1200">
                <a:solidFill>
                  <a:srgbClr val="94A3B8"/>
                </a:solidFill>
              </a:rPr>
              <a:t> Interactive outlines, folding ranges, and symbol definitions in ~50ms (71.8x faster than traditional Clang AST).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HISTORY &amp;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Origin &amp; Timeline: When Was Clang-Pseudo Introduced?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8BDF8"/>
                </a:solidFill>
              </a:defRPr>
            </a:pPr>
            <a:r>
              <a:t>NOV 5, 2021</a:t>
            </a:r>
          </a:p>
          <a:p>
            <a:pPr>
              <a:spcAft>
                <a:spcPts val="1200"/>
              </a:spcAft>
              <a:defRPr sz="1500" b="1">
                <a:solidFill>
                  <a:srgbClr val="F8FAFC"/>
                </a:solidFill>
              </a:defRPr>
            </a:pPr>
            <a:r>
              <a:t>1. The November 2021 RFC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Proposed by Sam McCall &amp; Haojian Wu (Google Clangd team) on LLVM Discourse.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Title: '[RFC] A C++ pseudo parser for tooling'.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Core Motivation: Solve the multi-second cold-start freeze in Clangd caused by compiling massive header preambles.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Goal: Instant file outlines, lightweight refactorings, and resilient fallback when build systems fail.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4D399"/>
                </a:solidFill>
              </a:defRPr>
            </a:pPr>
            <a:r>
              <a:t>2021 – 2022</a:t>
            </a:r>
          </a:p>
          <a:p>
            <a:pPr>
              <a:spcAft>
                <a:spcPts val="1200"/>
              </a:spcAft>
              <a:defRPr sz="1500" b="1">
                <a:solidFill>
                  <a:srgbClr val="F8FAFC"/>
                </a:solidFill>
              </a:defRPr>
            </a:pPr>
            <a:r>
              <a:t>2. Implementation in LLVM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Landed in clang-tools-extra/pseudo as an experimental project.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Implemented the GLR parsing engine, Graph-Structured Stack (GSS), and Forest DAG.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Created the cxx.bnf table compiler: generating 1,475 LR states directly from ISO C++20 draft N4860.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Integrated DirectiveTree parser for syntax-level #ifdef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37160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0020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C084FC"/>
                </a:solidFill>
              </a:defRPr>
            </a:pPr>
            <a:r>
              <a:t>THE ENDGAME</a:t>
            </a:r>
          </a:p>
          <a:p>
            <a:pPr>
              <a:spcAft>
                <a:spcPts val="1200"/>
              </a:spcAft>
              <a:defRPr sz="1500" b="1">
                <a:solidFill>
                  <a:srgbClr val="F8FAFC"/>
                </a:solidFill>
              </a:defRPr>
            </a:pPr>
            <a:r>
              <a:t>3. The Dual-Mode Vision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Intended as a two-tier architecture inside Clangd: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Tier 1 (&lt;50ms): Immediate file opening, instant symbols, and structural folding via pseudo-parser.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Tier 2 (Background): Full Clang semantic AST runs asynchronously for type-checking and diagnostics.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Resilient Safety Net: Guaranteed editor intelligence even on unconfigured or broken repos.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RFC POST-MORTEM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Did Google Developers Stop Work on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04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BBF24"/>
                </a:solidFill>
              </a:defRPr>
            </a:pPr>
            <a:r>
              <a:t>June 5, 2023 — Discourse RFC: 'Removing pseudo parser' (Sam McCall, Google):</a:t>
            </a:r>
          </a:p>
          <a:p>
            <a:pPr>
              <a:defRPr sz="1200" i="1">
                <a:solidFill>
                  <a:srgbClr val="F8FAFC"/>
                </a:solidFill>
              </a:defRPr>
            </a:pPr>
            <a:r>
              <a:t>“We made some progress, but not fast enough, and business priorities shifted too. We’ve not been actively working on it for about 6 months, it doesn’t have any external momentum/contributions, and is not complete enough to be useful. Deleting it saves build complexity, buildbot resources, and confusion.”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3429000" cy="3566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87171"/>
                </a:solidFill>
              </a:defRPr>
            </a:pPr>
            <a:r>
              <a:t>1. Disambiguation Complexity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The GLR engine produced the ambiguous parse forest with exceptional speed.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However, building heuristic disambiguation across all nuanced C++ corners without semantic types proved to be a massive undertaking.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Completing production-grade disambiguation required more dedicated compiler engineering than anticipated.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43200"/>
            <a:ext cx="3429000" cy="3566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88036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2. Shift in Internal Priorities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Google's internal developer tooling priorities shifted away from new parsing engines in clangd.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The small core team was reassigned to other compiler infrastructure efforts.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Without active internal sponsorship or external open-source contributors, the prototype stalled for ~6 months.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743200"/>
            <a:ext cx="3429000" cy="3566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88036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3. Upstream Removal &amp; Today's Opportunity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Officially removed from LLVM main in Sept 2024 (#109154, Aaron Ballman) to save CI/buildbot overhead.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The Landscape Changed: In 2021, LLMs and autonomous coding agents did not exist.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Today, sub-50ms header-free C++ parsing is the exact missing link for real-time AI code generation and instant agent feedback loops.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IDE TOOLING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Pseudo-Parser Beats Tree-sitter: IDE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Formal ISO Standard Grammar vs. Handcrafted Approximation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uses a handwritten JavaScript DSL (grammar.js) maintaining a pragmatically simplified subset of C++.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is compiled directly from the official ISO C++20 BNF (N4860) — ensuring strict conformance with standard C++ productions.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Parse Forest (DAG) vs. Eager Guessing (prec)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eagerly forces a single interpretation via static precedence rules during parsing. If it guesses wrong, code structure is permanently corrupted.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retains all valid interpretations in an Ambiguous DAG forest, scoring them globally using full-file context and naming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BBF24"/>
                </a:solidFill>
              </a:defRPr>
            </a:pPr>
            <a:r>
              <a:t>Industrial Preprocessor Handling (#ifdef Resilience)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parses #ifdef as syntax nodes. When conditional compilation splits statements across branches, it emits broad (ERROR) nodes.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pairs Clang's native lexer with DirectiveTree to cleanly resolve active branches before parsing — zero broken error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0233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C084FC"/>
                </a:solidFill>
              </a:defRPr>
            </a:pPr>
            <a:r>
              <a:t>Precise DeclKind Classification &amp; Include BFS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provides coarse node types (type_identifier). Cannot distinguish a class from a typedef or namespace without fragile query heuristics.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grammar maps directly to DeclKind (Class, Struct, Enum, Typedef, Namespace), powering bounded header BFS for instant cross-file Go-To-Definition.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AI AGENT &amp; RAG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Pseudo-Parser Beats Tree-sitter: AI &amp; LLM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06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1. Formally Correct Syntax Gating</a:t>
            </a:r>
          </a:p>
          <a:p>
            <a:r>
              <a:rPr sz="1150">
                <a:solidFill>
                  <a:srgbClr val="94A3B8"/>
                </a:solidFill>
              </a:rPr>
              <a:t>For streaming LLM code generation and speculative decoding. Tree-sitter's approximate grammar silently accepts invalid C++ or rejects advanced valid C++ (concepts, requires clauses). Clang-Pseudo provides strict ISO syntax validation in &lt;10ms without headers.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5448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2. High-Density AST Skeletonization for RAG</a:t>
            </a:r>
          </a:p>
          <a:p>
            <a:r>
              <a:rPr sz="1150">
                <a:solidFill>
                  <a:srgbClr val="94A3B8"/>
                </a:solidFill>
              </a:rPr>
              <a:t>LLM context windows are expensive. Clang-Pseudo extracts exact class, template, and function signatures in 50ms while stripping function bodies — packing 10x more repository interface context into prompts with zero compiler setup.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BF24"/>
                </a:solidFill>
              </a:defRPr>
            </a:pPr>
            <a:r>
              <a:t>3. 70x Faster Feedback Loops for Coding Agents</a:t>
            </a:r>
          </a:p>
          <a:p>
            <a:r>
              <a:rPr sz="1150">
                <a:solidFill>
                  <a:srgbClr val="94A3B8"/>
                </a:solidFill>
              </a:rPr>
              <a:t>Autonomous coding agents (Cursor, Claude Code, Antigravity) make multi-step code edits. Waiting 3.6–10s per edit for AST rebuild stalls agent execution. Clang-Pseudo validates modified scopes in 50ms instead of 3,600ms.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06908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84FC"/>
                </a:solidFill>
              </a:defRPr>
            </a:pPr>
            <a:r>
              <a:t>4. Clean Monorepo Indexing at Scale</a:t>
            </a:r>
          </a:p>
          <a:p>
            <a:r>
              <a:rPr sz="1150">
                <a:solidFill>
                  <a:srgbClr val="94A3B8"/>
                </a:solidFill>
              </a:rPr>
              <a:t>Codebases like Chromium or Linux kernel break Tree-sitter with (ERROR) nodes on ~20% of files due to complex #ifdefs. DirectiveTree yields clean, complete parse trees across millions of files, generating reliable semantic chunks for vector search.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SELF-CONTAINED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Single-File Examples: Broken Syntax &amp; Conditional Compilation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07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Example 1: Broken Syntax Mid-Function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FBBF24"/>
                </a:solidFill>
                <a:latin typeface="Courier New"/>
              </a:rPr>
              <a:t>// Single self-contained file:
struct DatabaseConnection {
    void execute();
};
void process(int count) {
    if (count &gt; 0 {        // &lt;- Syntax Error! Missing ')' &amp; '{'
    DatabaseConnection db; // &lt;- CALL GTD on 'DatabaseConnection'
    db.execute();
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Target: </a:t>
            </a:r>
            <a:r>
              <a:rPr sz="1000">
                <a:solidFill>
                  <a:srgbClr val="F8FAFC"/>
                </a:solidFill>
              </a:rPr>
              <a:t>Line 8, Col 5 ('DatabaseConnection') -&gt; Target: Line 2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87171"/>
                </a:solidFill>
              </a:rPr>
              <a:t>❌ Tree-sitter: </a:t>
            </a:r>
            <a:r>
              <a:rPr sz="1000">
                <a:solidFill>
                  <a:srgbClr val="94A3B8"/>
                </a:solidFill>
              </a:rPr>
              <a:t>Unclosed 'if' triggers broad (ERROR) node swallowing lines 7–10. 'DatabaseConnection' is untyped/lost -&gt; GTD FAILS (returns null).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</a:t>
            </a:r>
            <a:r>
              <a:rPr sz="1000">
                <a:solidFill>
                  <a:srgbClr val="F8FAFC"/>
                </a:solidFill>
              </a:rPr>
              <a:t>GLR isolates 'count &gt; 0 {' into an Opaque recovery node, resumes at statement boundary, parses type-specifier, and jumps to Line 2!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4D399"/>
                </a:solidFill>
              </a:defRPr>
            </a:pPr>
            <a:r>
              <a:t>Example 2: Split #ifdef Across Class Head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FBBF24"/>
                </a:solidFill>
                <a:latin typeface="Courier New"/>
              </a:rPr>
              <a:t>// Single self-contained file:
#define USE_V2 1
#if USE_V2
class DataService {
#else
class LegacyService {
#endif
public:
    void sync();
};
void run() {
    DataService svc; // &lt;- CALL GTD on 'DataService'
    svc.sync();      // &lt;- CALL GTD on 'sync'
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Target: </a:t>
            </a:r>
            <a:r>
              <a:rPr sz="1000">
                <a:solidFill>
                  <a:srgbClr val="F8FAFC"/>
                </a:solidFill>
              </a:rPr>
              <a:t>Line 14 ('DataService') -&gt; Line 5 | Line 15 ('sync') -&gt; Line 10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87171"/>
                </a:solidFill>
              </a:rPr>
              <a:t>❌ Tree-sitter: </a:t>
            </a:r>
            <a:r>
              <a:rPr sz="1000">
                <a:solidFill>
                  <a:srgbClr val="94A3B8"/>
                </a:solidFill>
              </a:rPr>
              <a:t>Parses #if/#else as inline tokens. Two unclosed '{' braces before #else break grammar into cascaded (ERROR) nodes -&gt; GTD FAILS completely.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</a:t>
            </a:r>
            <a:r>
              <a:rPr sz="1000">
                <a:solidFill>
                  <a:srgbClr val="F8FAFC"/>
                </a:solidFill>
              </a:rPr>
              <a:t>DirectiveTree evaluates #if USE_V2, strips #else branch, and feeds clean class stream. GTD on 'DataService' -&gt; Line 5, 'sync' -&gt; Line 10!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SELF-CONTAINED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Single-File Examples: Scope Disambiguation &amp; Framework Macros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08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Example 3: Qualified Class vs. Constructor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FBBF24"/>
                </a:solidFill>
                <a:latin typeface="Courier New"/>
              </a:rPr>
              <a:t>// Single self-contained file:
class Server {
public:
    Server(int port); // Line 4: Constructor declaration
    void start();     // Line 5: Method declaration
};
// Method implementation:
void Server::start() { // &lt;- Line 9: CALL GTD on first 'Server'
    /* ... */
}
// Constructor definition:
Server::Server(int port) { // Line 14: Constructor definition
    /* ... */
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Target: </a:t>
            </a:r>
            <a:r>
              <a:rPr sz="1000">
                <a:solidFill>
                  <a:srgbClr val="F8FAFC"/>
                </a:solidFill>
              </a:rPr>
              <a:t>Line 9, Col 6 (first 'Server' in 'void Server::start()') -&gt; Line 2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87171"/>
                </a:solidFill>
              </a:rPr>
              <a:t>❌ Tree-sitter: </a:t>
            </a:r>
            <a:r>
              <a:rPr sz="1000">
                <a:solidFill>
                  <a:srgbClr val="94A3B8"/>
                </a:solidFill>
              </a:rPr>
              <a:t>Both tokens are coarse 'identifier's. Symbol search finds the definition on Line 14 first and ERRONEOUSLY jumps to the constructor on Line 14!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</a:t>
            </a:r>
            <a:r>
              <a:rPr sz="1000">
                <a:solidFill>
                  <a:srgbClr val="F8FAFC"/>
                </a:solidFill>
              </a:rPr>
              <a:t>isTypeContext identifies '::' -&gt; Type context. It knows constructors cannot be types, skips Line 14, and jumps accurately to 'class Server' on Line 2!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4D399"/>
                </a:solidFill>
              </a:defRPr>
            </a:pPr>
            <a:r>
              <a:t>Example 4: Declaration-Generating Macros</a:t>
            </a:r>
          </a:p>
          <a:p>
            <a:pPr>
              <a:spcAft>
                <a:spcPts val="600"/>
              </a:spcAft>
            </a:pPr>
            <a:r>
              <a:rPr sz="800">
                <a:solidFill>
                  <a:srgbClr val="FBBF24"/>
                </a:solidFill>
                <a:latin typeface="Courier New"/>
              </a:rPr>
              <a:t>// Single self-contained file:
// Macro without trailing semicolon (like Qt Q_OBJECT / LLVM macros):
#define DECLARE_SERVICE(Name) \
public: static const char* id() { return #Name; } private:
class AuthManager {
    DECLARE_SERVICE(AuthManager) // &lt;- Line 7: No semicolon!
public:
    void authenticate();         // Line 9: Target declaration
};
void handleLogin(AuthManager* mgr) {
    mgr-&gt;authenticate();         // &lt;- Line 13: CALL GTD on 'authenticate'
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Target: </a:t>
            </a:r>
            <a:r>
              <a:rPr sz="1000">
                <a:solidFill>
                  <a:srgbClr val="F8FAFC"/>
                </a:solidFill>
              </a:rPr>
              <a:t>Line 13, Col 10 ('authenticate') -&gt; Target: Line 9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87171"/>
                </a:solidFill>
              </a:rPr>
              <a:t>❌ Tree-sitter: </a:t>
            </a:r>
            <a:r>
              <a:rPr sz="1000">
                <a:solidFill>
                  <a:srgbClr val="94A3B8"/>
                </a:solidFill>
              </a:rPr>
              <a:t>Macro without semicolon breaks grammar rules in class body. Corrupts subsequent 'public:' and drops 'authenticate()' from symbols -&gt; GTD FAILS.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</a:t>
            </a:r>
            <a:r>
              <a:rPr sz="1000">
                <a:solidFill>
                  <a:srgbClr val="F8FAFC"/>
                </a:solidFill>
              </a:rPr>
              <a:t>GLR wraps unknown macro token into an Opaque node, preserving class body boundaries. Cleanly indexes 'authenticate()' and jumps to Line 9!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CRITICAL EDGE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The Missing '}' Crisis: Context Bleeding vs. Grammar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87171"/>
                </a:solidFill>
              </a:defRPr>
            </a:pPr>
            <a:r>
              <a:t>Tree-sitter: Context Bleeding (Scope Inversion)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FBBF24"/>
                </a:solidFill>
                <a:latin typeface="Courier New"/>
              </a:rPr>
              <a:t>void helper() {
    int x = 10;
// &lt;- MISSING '}' (typing or truncated LLM output)
struct TargetService { void execute(); };
void run() {
    TargetService s;
    s.execute(); // &lt;- CALL GTD on 'TargetService'
}</a:t>
            </a:r>
          </a:p>
          <a:p>
            <a:pPr>
              <a:spcAft>
                <a:spcPts val="400"/>
              </a:spcAft>
            </a:pPr>
            <a:r>
              <a:rPr sz="780">
                <a:solidFill>
                  <a:srgbClr val="F87171"/>
                </a:solidFill>
                <a:latin typeface="Courier New"/>
              </a:rPr>
              <a:t>Tree-sitter Concrete Syntax Tree (CST):
(function_definition name: @helper
  body: (compound_statement
    (declaration ...)
    (struct_specifier @TargetService) &lt;-- Bleeds inside!
    (function_definition @run ...)))  &lt;-- Bleeds inside!</a:t>
            </a:r>
          </a:p>
          <a:p>
            <a:r>
              <a:rPr b="1" sz="950">
                <a:solidFill>
                  <a:srgbClr val="F87171"/>
                </a:solidFill>
              </a:rPr>
              <a:t>❌ Why it breaks: </a:t>
            </a:r>
            <a:r>
              <a:rPr sz="950">
                <a:solidFill>
                  <a:srgbClr val="94A3B8"/>
                </a:solidFill>
              </a:rPr>
              <a:t>Tree-sitter's LR parser cannot reduce compound_statement without seeing '}'. It synthesizes MISSING '}' at EOF. All subsequent global declarations are parsed as local members inside helper() -&gt; Top-level queries fail, GTD FAILS.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4D399"/>
                </a:solidFill>
              </a:defRPr>
            </a:pPr>
            <a:r>
              <a:t>Clang-Pseudo: pairBrackets &amp; [recover=Brackets]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38BDF8"/>
                </a:solidFill>
                <a:latin typeface="Courier New"/>
              </a:rPr>
              <a:t>Official cxx.bnf Grammar Annotation:
compound-statement := { statement-seq_opt [recover=Brackets] }
class-specifier    := class-head { member_opt [recover=Brackets] 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4D399"/>
                </a:solidFill>
              </a:rPr>
              <a:t>1. Upfront pairBrackets() Analysis:
</a:t>
            </a:r>
            <a:r>
              <a:rPr sz="950">
                <a:solidFill>
                  <a:srgbClr val="94A3B8"/>
                </a:solidFill>
              </a:rPr>
              <a:t>Before GLR parsing runs, pairBrackets scans line indentations and bracket nesting. The unclosed '{' on line 1 is marked with Tok.Pair = 0 (unpaired). The parser knows upfront that this brace was left open!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4D399"/>
                </a:solidFill>
              </a:rPr>
              <a:t>2. [recover=Brackets] Bounded Recovery:
</a:t>
            </a:r>
            <a:r>
              <a:rPr sz="950">
                <a:solidFill>
                  <a:srgbClr val="94A3B8"/>
                </a:solidFill>
              </a:rPr>
              <a:t>When GLR hits the unclosed '{', recover=Brackets bounds the damage. It does NOT let helper() swallow subsequent lines. It isolates helper()'s body as an Opaque node and synchronizes at declaration-seq.</a:t>
            </a:r>
          </a:p>
          <a:p>
            <a:r>
              <a:rPr b="1" sz="1000">
                <a:solidFill>
                  <a:srgbClr val="34D399"/>
                </a:solidFill>
              </a:rPr>
              <a:t>✅ Result: </a:t>
            </a:r>
            <a:r>
              <a:rPr sz="950">
                <a:solidFill>
                  <a:srgbClr val="F8FAFC"/>
                </a:solidFill>
              </a:rPr>
              <a:t>TargetService and run() remain clean, global declarations in the DAG. GTD on 'TargetService' SUCCEEDS immediately!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CONCLUSIONS &amp;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Summary: The Strategic Value of Pseudo-Parsing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429000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8BDF8"/>
                </a:solidFill>
              </a:defRPr>
            </a:pPr>
            <a:r>
              <a:t>The 'Missing Middle' of C++ Tooling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Full Clang AST is complete but too heavy (3.6s cold start, 80+ MB RAM per file).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Tree-sitter is fast but too approximate (handwritten grammar, fragile on preprocessors &amp; macros).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Clang-Pseudo fills the gap: standard-conforming ISO C++ grammar with sub-50ms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429000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4D399"/>
                </a:solidFill>
              </a:defRPr>
            </a:pPr>
            <a:r>
              <a:t>The New Imperative: AI Coding Agents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What Google conceived in 2021 for human IDEs is now mission-critical for autonomous AI agents.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Agents need fast verification loops (&lt;50ms vs 3.6s freeze), high-density RAG skeletonization, and formally sound syntax gating.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Pseudo-parser delivers compiler-level syntax awareness without the compiler setup tax.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371600"/>
            <a:ext cx="3429000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002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084FC"/>
                </a:solidFill>
              </a:defRPr>
            </a:pPr>
            <a:r>
              <a:t>Actionable Roadmap for Clangd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Revitalized as a modular Clangd FeatureModule with zero core invasiveness.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Provides pure mode (--use-pseudo-parser=true) and resilient fallback mode.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Next frontiers: keystroke incremental re-parsing, approximate code completion, and 15-second repo-wide indexing.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06440"/>
            <a:ext cx="10698480" cy="594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8521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</a:rPr>
              <a:t>Clang Pseudo-Parser: Sub-Second C++ Navigation • 72x Faster Startup • 590x Less RAM • AI &amp; Agent Optimized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